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292608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PROJET IoT INDUSTRIEL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RaffineryWatch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Plateforme IoT de surveillance industrielle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834640"/>
            <a:ext cx="36576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Axe Métier + IA — Simulation physique réaliste &amp; Détection d'anomalies non supervisée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840480"/>
            <a:ext cx="2011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840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⚙️  simulateur_capteurs.py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3840480"/>
            <a:ext cx="2011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840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🤖  anomalie_detection.py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20116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840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🗄️  MinIO Hybrid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RaffineryWatch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PROBLÉMATIQUE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914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Contexte &amp; Questions posées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Comment simuler des capteurs IoT physiquement réalistes dans une raffinerie,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et détecter automatiquement les anomalies sans dataset étiqueté 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" y="1600200"/>
            <a:ext cx="4160520" cy="31089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600200"/>
            <a:ext cx="416052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1848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  Axe Métier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B82F6"/>
                </a:solidFill>
              </a:rPr>
              <a:t>Simulation physique réaliste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" y="2487168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6 types de capteurs IoT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" y="2880360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843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6 lois physiques inter-capteurs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" y="3273552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236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Pré-signatures de défaillance (5 ticks)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" y="3666744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630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Cascades de panne en zone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3192" y="4059936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4023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Cycle journalier ±8%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1600200"/>
            <a:ext cx="4160520" cy="3108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600200"/>
            <a:ext cx="416052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61848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  Axe IA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2C55E"/>
                </a:solidFill>
              </a:rPr>
              <a:t>Détection non supervisée + Hybrid Learning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73752" y="248716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Isolation Forest — anomalies ponctuelles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73752" y="288036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6632" y="2843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Entraînement synthétique → zéro cold start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73752" y="327355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32369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Hybrid Learning — ré-entraînement MinIO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73752" y="366674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3630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LSTM Autoencoder — piste d'amélioration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73752" y="405993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6632" y="4023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Anti-spam 30s par capteur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RaffineryWatch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AXE MÉTIER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914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Architecture du simulateur — 3 classes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2743200" cy="2834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77240"/>
            <a:ext cx="27432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9552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EtatCapteur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simulateur_capteurs.py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lignes 190–355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État physique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d'un capteur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3408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mode · inertie · pré-signature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bruit · valeur · cible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44368" y="14173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172968" y="777240"/>
            <a:ext cx="2743200" cy="2834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777240"/>
            <a:ext cx="274320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79552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MoteurPhysique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64408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simulateur_capteurs.py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lignes 361–472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Corrélations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inter-capteurs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64408" y="23408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6 lois physiques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état par zone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34456" y="14173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63056" y="777240"/>
            <a:ext cx="2743200" cy="2834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777240"/>
            <a:ext cx="27432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79552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Simulateur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54496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simulateur_capteurs.py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lignes 478–675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Orchestration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globale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4496" y="23408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MQTT · Kafka · TimescaleDB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cascades de panne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730752"/>
            <a:ext cx="52120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730752"/>
            <a:ext cx="73152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7490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Formule clé — Lissage exponentiel (inertie) 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400507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valeur(t+1) = inertie × valeur(t) + (1−inertie) × (valeur(t) + delta)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3730752"/>
            <a:ext cx="338328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3730752"/>
            <a:ext cx="7315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Séquence par tick 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42432" y="400507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</a:rPr>
              <a:t>delta_corr → tick() → mettre_a_jour() → MQTT + Kafka + DB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RaffineryWatch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AXE MÉTIER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914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 lois physiques implémentées — MoteurPhysique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2788920" cy="18105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77240"/>
            <a:ext cx="2788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955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🌡️  Gay-Lussac  (T↔P)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234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+= P_REF × ((T_zone/T_REF)−1) × 0.4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8013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simulateur_capteurs.py — MoteurPhysique.get_delta_correlation()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72968" y="777240"/>
            <a:ext cx="2788920" cy="181051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777240"/>
            <a:ext cx="27889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7955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💧  Cavitation  (Q↔Vib)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1234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ratio_q &lt; 0.4: delta += (0.4−ratio_q) × 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18013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simulateur_capteurs.py — MoteurPhysique.get_delta_correlation()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63056" y="777240"/>
            <a:ext cx="2788920" cy="18105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777240"/>
            <a:ext cx="27889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7955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📉  Niveau→Débit  (Niv↔Q)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1234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niv &lt; 25: delta -= (25−niv) × 3.0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54496" y="18013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simulateur_capteurs.py — MoteurPhysique.get_delta_correlation()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" y="2770632"/>
            <a:ext cx="2788920" cy="1810512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2770632"/>
            <a:ext cx="2788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889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⚗️  T→H2S  (T&gt;80°C)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3227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 &gt; 80: delta += (T−80) × 0.15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37947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simulateur_capteurs.py — MoteurPhysique.get_delta_correlation()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72968" y="2770632"/>
            <a:ext cx="2788920" cy="181051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770632"/>
            <a:ext cx="2788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27889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🕐  Cycle 24h  (±8%)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64408" y="3227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+ 0.08 × sin(2π × (h−4) / 24)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64408" y="37947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simulateur_capteurs.py — MoteurPhysique.get_delta_correlation()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63056" y="2770632"/>
            <a:ext cx="2788920" cy="181051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63056" y="2770632"/>
            <a:ext cx="2788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27889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Cascade panne  (zone)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54496" y="3227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débit−80 · T+15 · vib+5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54496" y="37947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simulateur_capteurs.py — MoteurPhysique.get_delta_correlation()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RaffineryWatch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AXE MÉTIER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914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Pré-signature de défaillance — 5 ticks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877824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77240"/>
            <a:ext cx="7315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Concept P-F (Predictive Maintenance) : une panne s'annonce avant d'arriver. Intervalle P = début de dégradation, F = panne franche.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1600200"/>
            <a:ext cx="1371600" cy="150876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" y="1600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T-5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" y="1993392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Normal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" y="2395728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bruit standard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rappel 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72768" y="1920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64208" y="1600200"/>
            <a:ext cx="1371600" cy="1508760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64208" y="1600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4D0E"/>
                </a:solidFill>
              </a:rPr>
              <a:t>T-4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19072" y="1993392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4D0E"/>
                </a:solidFill>
              </a:rPr>
              <a:t>Dérive +20%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19072" y="2395728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</a:rPr>
              <a:t>bruit ×1.4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</a:rPr>
              <a:t>rappel +8%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54096" y="1920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145536" y="1600200"/>
            <a:ext cx="1371600" cy="1508760"/>
          </a:xfrm>
          <a:prstGeom prst="rect">
            <a:avLst/>
          </a:prstGeom>
          <a:solidFill>
            <a:srgbClr val="FFEDD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45536" y="1600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412"/>
                </a:solidFill>
              </a:rPr>
              <a:t>T-3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1993392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Dérive +40%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2395728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3412"/>
                </a:solidFill>
              </a:rPr>
              <a:t>bruit ×1.8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3412"/>
                </a:solidFill>
              </a:rPr>
              <a:t>rappel +16%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35424" y="1920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26864" y="1600200"/>
            <a:ext cx="1371600" cy="150876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26864" y="1600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T-2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81728" y="1993392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Dérive +60%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2395728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bruit ×2.2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rappel +24%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16752" y="1920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08192" y="1600200"/>
            <a:ext cx="1371600" cy="150876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08192" y="1600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T-1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63056" y="1993392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Dérive +80%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63056" y="2395728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bruit ×2.6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rappel +32%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19202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89520" y="1600200"/>
            <a:ext cx="1371600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89520" y="1600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44384" y="1993392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ANOMALIE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44384" y="2395728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bascule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 anomalie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246120"/>
            <a:ext cx="877824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82880" y="324612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2644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simulateur_capteurs.py — EtatCapteur.tick() — lignes 283–293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7472" y="3566160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intensite = self._pre_signature_ticks / 5.0   # 0.2 → 0.4 → 0.6 → 0.8 → 1.0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bruit  = random.gauss(0, self.bruit * (1 + intensite * 2))  # bruit ×3 au max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rappel = (self.cible - self.valeur) * (0.06 + intensite * 0.08)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self._pre_signature_ticks &gt;= 5: self.mode = 'anomalie'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RaffineryWatch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AXE 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914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Isolation Forest — Détection non supervisée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4114800" cy="256032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77240"/>
            <a:ext cx="411480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7955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Random Forest (non retenu)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" y="131673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Algorithme supervisé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" y="170078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642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Requiert des labels : 'anomalie' / 'normal'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20848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482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Pas de dataset industriel étiqueté disponible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246888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323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Impossible dans notre contexte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777240"/>
            <a:ext cx="4370832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777240"/>
            <a:ext cx="4370832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795528"/>
            <a:ext cx="4133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Isolation Forest (retenu)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1728" y="134416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3075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Non supervisé — apprend le comportement normal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81728" y="172821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691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Pas de labels requis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211226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756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Principe : anomalie = point facile à isoler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81728" y="249631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597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150 arbres · contamination=0.05 · &lt; 1ms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82880" y="3456432"/>
            <a:ext cx="8759952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456432"/>
            <a:ext cx="73152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4747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spark/anomalie_detection.py — IsolationForestDetector._train() — 500 normaux + 25 anomalies = 525 points/type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37490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 = np.random.normal(mid, sigma, (500,1))   # gaussienne calibrée sur plages physiques réelles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= IsolationForest(n_estimators=150, contamination=0.05, random_state=42, n_jobs=-1)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4343400"/>
            <a:ext cx="8759952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4343400"/>
            <a:ext cx="7315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3616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32D"/>
                </a:solidFill>
              </a:rPr>
              <a:t>✅  88 alertes [IA - Isolation Forest] générées en mode ANOMALIE — 0 fausse alerte en mode NORMAL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RaffineryWatch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AXE 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914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Hybrid Learning — Synthétique + MinIO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8778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77240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229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Stratégie : démarrage synthétique immédiat → ré-entraînement automatique sur données réelles MinIO toutes les 60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1463040"/>
            <a:ext cx="2788920" cy="23317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463040"/>
            <a:ext cx="278892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813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 — Démarrage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9385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C55E"/>
                </a:solidFill>
              </a:rPr>
              <a:t>Synthétique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30428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6771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500 pts normaux + 25 anomalies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6517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1518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Entraînement &lt; 2 secondes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299923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6265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Détection immédiate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3467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31012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Zéro fenêtre aveugle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90088" y="21945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172968" y="1463040"/>
            <a:ext cx="2788920" cy="2331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1463040"/>
            <a:ext cx="2788920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14813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 — Collecte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64408" y="19385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B82F6"/>
                </a:solidFill>
              </a:rPr>
              <a:t>Spark → MinIO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3042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26771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traitement_kpi.py en streaming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261518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Spark écrit dans raffinerie-raw/raw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29992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296265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Fichiers JSON par batch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33467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31012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Toutes les mesures normales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0176" y="21945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→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163056" y="1463040"/>
            <a:ext cx="2788920" cy="233172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1463040"/>
            <a:ext cx="27889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14813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 — Ré-entraînement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54496" y="19385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</a:rPr>
              <a:t>Thread auto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27648" y="23042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226771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Thread daemon toutes les 60 min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27648" y="26517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261518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≥ 500 points réels par type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27648" y="29992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0528" y="296265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retrain_from_minio() appelé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27648" y="3346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0528" y="331012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Modèle mis à jour sans interruption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2880" y="3913632"/>
            <a:ext cx="877824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82880" y="3913632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39319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spark/anomalie_detection.py — retrain_from_minio() — Thread daemon · MINIO_CHECK_INTERVAL=3600s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47472" y="4206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objects = client.list_objects(MINIO_BUCKET, prefix='raw/', recursive=True)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filtre mode='normal' · ≥500 pts/type → IsolationForest.fit() → modèle mis à jour à chaud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82880" y="4773168"/>
            <a:ext cx="877824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47472" y="479145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</a:rPr>
              <a:t>✅  Meilleur des deux mondes : détection immédiate au démarrage + précision croissante avec les données industrielles réelles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RaffineryWatch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RÉSULTATS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914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Interface web Django + Résultats validés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4592" y="777240"/>
            <a:ext cx="1627632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777240"/>
            <a:ext cx="16276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" y="777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" y="1207008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KPIs temps réel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Capteurs actifs · alertes · mesures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38528" y="777240"/>
            <a:ext cx="1627632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38528" y="777240"/>
            <a:ext cx="16276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777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Simulation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1207008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NORMAL / DÉGRADÉ / ANOMALIE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1→70 capteurs configurables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12464" y="777240"/>
            <a:ext cx="1627632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777240"/>
            <a:ext cx="16276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777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🚨  Alertes 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85616" y="1207008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Badge 🤖 IF · anti-spam 30s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Acquittement opérateur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777240"/>
            <a:ext cx="1627632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777240"/>
            <a:ext cx="16276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777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🗄️  MinIO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9552" y="1207008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Data lake · raffinerie-raw/raw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Hybrid Learning source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60336" y="777240"/>
            <a:ext cx="1627632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0336" y="777240"/>
            <a:ext cx="1627632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777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Grafana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33488" y="1207008"/>
            <a:ext cx="14813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Gay-Lussac visible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Cavitation · Cycle 24h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4592" y="269748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Résultats validés en test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64592" y="2990088"/>
            <a:ext cx="32004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" y="3090672"/>
            <a:ext cx="2029968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64592" y="3145536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4444"/>
                </a:solidFill>
              </a:rPr>
              <a:t>88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256032" y="395020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alertes IF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 mode ANOMALIE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395728" y="3090672"/>
            <a:ext cx="2029968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395728" y="3145536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C55E"/>
                </a:solidFill>
              </a:rPr>
              <a:t>0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2487168" y="395020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fausse alerte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 mode NORMAL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26864" y="3090672"/>
            <a:ext cx="2029968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26864" y="3145536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82F6"/>
                </a:solidFill>
              </a:rPr>
              <a:t>6</a:t>
            </a:r>
            <a:endParaRPr lang="en-US" sz="4600" dirty="0"/>
          </a:p>
        </p:txBody>
      </p:sp>
      <p:sp>
        <p:nvSpPr>
          <p:cNvPr id="38" name="Text 36"/>
          <p:cNvSpPr/>
          <p:nvPr/>
        </p:nvSpPr>
        <p:spPr>
          <a:xfrm>
            <a:off x="4718304" y="395020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lois physiques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implémentées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58000" y="3090672"/>
            <a:ext cx="2029968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0" y="3145536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</a:rPr>
              <a:t>10</a:t>
            </a:r>
            <a:endParaRPr lang="en-US" sz="4600" dirty="0"/>
          </a:p>
        </p:txBody>
      </p:sp>
      <p:sp>
        <p:nvSpPr>
          <p:cNvPr id="41" name="Text 39"/>
          <p:cNvSpPr/>
          <p:nvPr/>
        </p:nvSpPr>
        <p:spPr>
          <a:xfrm>
            <a:off x="6949440" y="395020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services Docker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orchestés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92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RaffineryWatch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CRITIQUE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914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Réflexion critique — Forces &amp; Limites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4592" y="777240"/>
            <a:ext cx="4160520" cy="32461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777240"/>
            <a:ext cx="41605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95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✅  Points forts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2618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Pipeline IoT bout-en-bout opérationnelle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71907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68249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6 lois physiques réelles — corrélations visibles Grafana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13969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031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Hybrid Learning — MinIO intégré au ré-entraînement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2374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Détection IA opérationnelle dès le démarrage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8094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443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Architecture conteneurisée — 1 commande Docker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777240"/>
            <a:ext cx="4370832" cy="324612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77240"/>
            <a:ext cx="43708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795528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Limites identifiées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1728" y="129844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2618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Entraînement initial sur données synthétiques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171907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6824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LSTM désactivé — piste d'amélioration future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81728" y="213969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1031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Spark sur un seul nœud (non distribué réellement)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81728" y="256032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52374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Pas de feedback opérateur pour réduire faux positifs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81728" y="298094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4436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Validation sur vrai dataset industriel à faire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64592" y="4133088"/>
            <a:ext cx="87782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64592" y="4133088"/>
            <a:ext cx="73152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160520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4ED8"/>
                </a:solidFill>
              </a:rPr>
              <a:t>💡  Pistes d'amélioration : activer LSTM sur serveur dédié · feedback opérateur sur alertes · validation sur dataset industriel réel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Ce qu'on a construit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987552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5146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5146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Simulation physique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6 lois réelles · 6 capteurs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pré-signatures · cascades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5146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143000"/>
            <a:ext cx="25146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9844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19385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+ Hybrid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Isolation Forest · MinIO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88 alertes · 0 fausse alerte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5146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143000"/>
            <a:ext cx="25146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9844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19385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Plateforme complète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Django · Grafana · TimescaleDB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MinIO · 10 services Docker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C55E"/>
                </a:solidFill>
              </a:rPr>
              <a:t>"De la simulation physique à la détection IA — une pipeline IoT industrielle complète"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diallo2ts@gmail.com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RaffineryWatch — Présentation Technique v4</dc:title>
  <dc:subject>PptxGenJS Presentation</dc:subject>
  <dc:creator>PptxGenJS</dc:creator>
  <cp:lastModifiedBy>PptxGenJS</cp:lastModifiedBy>
  <cp:revision>1</cp:revision>
  <dcterms:created xsi:type="dcterms:W3CDTF">2026-05-29T21:37:19Z</dcterms:created>
  <dcterms:modified xsi:type="dcterms:W3CDTF">2026-05-29T21:37:19Z</dcterms:modified>
</cp:coreProperties>
</file>